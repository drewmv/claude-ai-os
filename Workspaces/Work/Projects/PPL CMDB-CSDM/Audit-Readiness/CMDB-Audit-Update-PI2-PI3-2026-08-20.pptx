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CMDB Audit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50592"/>
            <a:ext cx="106984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0" i="0">
                <a:solidFill>
                  <a:srgbClr val="C9D6E6"/>
                </a:solidFill>
                <a:latin typeface="Segoe UI"/>
              </a:rPr>
              <a:t>PI2 Accomplishments &amp; PI3 Activities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99232"/>
            <a:ext cx="10698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i="1">
                <a:solidFill>
                  <a:srgbClr val="9FB2CC"/>
                </a:solidFill>
                <a:latin typeface="Segoe UI"/>
              </a:rPr>
              <a:t>Governance Ratified. Certification and Discovery in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343400"/>
            <a:ext cx="1069848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August 20, 2026</a:t>
            </a:r>
          </a:p>
          <a:p>
            <a:pPr algn="l"/>
            <a:r>
              <a:rPr sz="1350" b="0" i="0">
                <a:solidFill>
                  <a:srgbClr val="C9D6E6"/>
                </a:solidFill>
                <a:latin typeface="Segoe UI"/>
              </a:rPr>
              <a:t>PI2 governance foundation ratified; PI3 certification and discovery execution underway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Product Owner, CMDB-CSDM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PI2 - CMDB Audit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Governance ratified, discovery validated, certification piloted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CMDB Audit Update - PI2 Accomplishments &amp; PI3 Activities  |  Aug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0020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  <a:latin typeface="Segoe UI"/>
              </a:rPr>
              <a:t>15 decisions · 4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020824"/>
            <a:ext cx="5038343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Approved Data Dictionary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9736"/>
            <a:ext cx="5038343" cy="795527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CCB-ratified July 21, 2026 (CMP Stage 1): Business Application, Computer, Server, Database. Establishes source of truth, mandatory rules, and audit scope for the CMDB.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19" y="141732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19" y="141732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7" y="160020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  <a:latin typeface="Segoe UI"/>
              </a:rPr>
              <a:t>Closed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7" y="2020824"/>
            <a:ext cx="5038343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ESS-02 Alignment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7" y="2459736"/>
            <a:ext cx="5038343" cy="795527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Validation completed and the story closed. Computer and Server data dictionaries are explicitly scoped to ESS-02 audit requirements.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6616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74904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  <a:latin typeface="Segoe UI"/>
              </a:rPr>
              <a:t>Live &amp; Validated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169664"/>
            <a:ext cx="5038343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Automated Discovery - Computer &amp;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608576"/>
            <a:ext cx="5038343" cy="795527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SCCM / Discovery source-of-truth precedence established for both classes. Credentials enabling discovery completed.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19" y="356616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19" y="356616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7" y="374904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  <a:latin typeface="Segoe UI"/>
              </a:rPr>
              <a:t>Deployed to PROD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7" y="4169664"/>
            <a:ext cx="5038343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Data Certification Pilot - Business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7" y="4608576"/>
            <a:ext cx="5038343" cy="795527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Pilot group identified; certification dashboard UAT signed off and live in PROD - validating the certification workflow ahead of expansion to all CI classes.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Segoe UI"/>
              </a:rPr>
              <a:t>Result: a CCB-ratified governance baseline for Business Application, Computer, Server, and Database data - the foundation PI3 certification and discovery build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PI3 - Building on the PI2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CO6 Objectives 3 &amp; 4 - certification and discovery execution against the ratified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CMDB Audit Update - PI2 Accomplishments &amp; PI3 Activities  |  Aug 20,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1">
                <a:solidFill>
                  <a:srgbClr val="6B7280"/>
                </a:solidFill>
                <a:latin typeface="Segoe UI"/>
              </a:rPr>
              <a:t>Built on the PI2 baseline: ratified Data Dictionary · validated Discovery · closed ESS-02 alignment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40679" cy="1783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6596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  <a:latin typeface="Segoe UI"/>
              </a:rPr>
              <a:t>Gate: Sep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386584"/>
            <a:ext cx="5038343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Certify Computers &amp; Servers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825496"/>
            <a:ext cx="5038343" cy="612647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Active in Sprint 3.2 (started Aug 19). Certification criteria are drawn directly from the CCB-ratified data dictionary.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9" y="1783080"/>
            <a:ext cx="5440679" cy="1783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19" y="178308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7" y="196596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  <a:latin typeface="Segoe UI"/>
              </a:rPr>
              <a:t>Gate: Oct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7" y="2386584"/>
            <a:ext cx="5038343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Certify Databases &amp; Network Devices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7" y="2825496"/>
            <a:ext cx="5038343" cy="612647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Planned for Sprint 3.4 - stories are already pulling forward into Sprint 3.2, ahead of schedule.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49039"/>
            <a:ext cx="5440679" cy="1783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49039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93192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  <a:latin typeface="Segoe UI"/>
              </a:rPr>
              <a:t>Gate: Aug 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352544"/>
            <a:ext cx="5038343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Network Device Auto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791455"/>
            <a:ext cx="5038343" cy="612647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Credentialed discovery live and validated for Routers, Switches, and Firewalls - extending the Computer/Server discovery model to network devices.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19" y="3749039"/>
            <a:ext cx="5440679" cy="1783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19" y="3749039"/>
            <a:ext cx="5440679" cy="7315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7" y="393192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E08A00"/>
                </a:solidFill>
                <a:latin typeface="Segoe UI"/>
              </a:rPr>
              <a:t>Credential Issue - 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7" y="4352544"/>
            <a:ext cx="5038343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Database Auto-Discovery - PI2 Carryover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7" y="4791455"/>
            <a:ext cx="5038343" cy="612647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Enhanced Database Discovery (MS-SQL/Oracle) continues from PI2 under Feature 1554951. Sprint 3.1 is actively resolving a Linux Discovery credential issue blocking DB host connectivity (8 pts, Active).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Segoe UI"/>
              </a:rPr>
              <a:t>CO6 Objectives 3 &amp; 4 - every certification and discovery gate is measured against the PI2-ratified governance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