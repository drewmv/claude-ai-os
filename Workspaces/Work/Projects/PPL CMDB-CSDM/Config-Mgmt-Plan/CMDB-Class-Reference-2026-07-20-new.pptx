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cmdb_ci_server   ·   Source: Server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Ray Reuter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Servers &amp; Storage 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PARENT CLASS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Computer  &gt;  Hardware  &gt;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15,218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Value Stream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u_value_stream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SOX 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u_sox_type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u_classification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PPL Server   ·   Type: Independent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 (lookup table)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Lookup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822192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2336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Created: 0 on class  ·  Derived: 5 (inherited from Computer / Hardware)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4242816"/>
          <a:ext cx="4069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Address, 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CPU count, Disk space, Manufacturer,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All  (Hardware)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Assigned,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Asset tag, +more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Servers are identified independently - Serial Number (Priority 100), a serial-number lookup (200), then Name (300) - never via a parent CI. No reconciliation rules are defined on the class itself; source precedence is inherited from the Computer / Hardware hierarchy, where SG-SCCM wins for hardware, asset and ownership attributes and ServiceNow Discovery wins for IP, MAC and 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cmdb_ci_computer   ·   Source: Computer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Monica Green  /  Paul Becker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Managers - Computers (Physical / Virtual)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PARENT CLASS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Hardware  &gt;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28,203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assigned_to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OS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serial_number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PPL Computers   ·   Type: Independent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 + 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38328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84448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Created: 4 on class  ·  Derived: 1 (inherited from Hardware)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3803904"/>
          <a:ext cx="4069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Address, 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CPU count, Disk space, Manufacturer,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Assigned, Attestation, +more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Asset tag, Assigned,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All  (Hardware, derived)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Computers are identified independently by a single rule (Priority 100) matching on Name + Serial Number (the 'Duplicate Workstation' identifier). Unlike Server, reconciliation is defined directly on the class - four created rules (ServiceNow[80] to ServiceNow[300]) plus one allow-all rule inherited from Hardware. SG-SCCM is authoritative for OS, OS Version and hardware specifications; ServiceNow Discovery populates IP and MAC address.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Business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cmdb_ci_business_app   ·   Source: Business Application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Todd Dierksheide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Business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CSDM DOMAIN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Design &amp;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~2,150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Business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business_owner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Approval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u_approval_group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Optional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Value Stream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u_value_stream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SOX 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u_sox_type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u_classification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not captured   ·   Type: by Name (Stage 1)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38328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84448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No CI Class Manager rules captured - source of truth per Stage 1 dictionary: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3803904"/>
          <a:ext cx="406908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EA (LeanIX)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Application Category, Life Cycle Stage -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Manual / Data Cert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Ownership &amp; governance fields - via certification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Business Applications are the abstract application model, identified by Name - not a discovered CI. No rule-level IRE or reconciliation was captured for this class in CI Class Manager. Per the Stage 1 dictionary, Enterprise Architecture integration (LeanIX) is authoritative for Application Category and Life Cycle Stage, while ownership and governance fields are maintained manually through the Data Certification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Database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cmdb_ci_database   ·   Source: Database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Ray Reuter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Database 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CSDM DOMAIN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Service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3,113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5 of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Environment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environment (?)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Database instance rule   ·   Type: Dependent (host Server)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Edition + Name + TCP port(s)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60273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0390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No reconciliation rules captured on the parent class - source of truth per Stage 1: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4023360"/>
          <a:ext cx="4069080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 (App Probes)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Active running version + TCP port -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A Database Instance is identified dependently - always in the context of its host Server - first by Serial Number (Priority 100), then by Edition + Name + TCP port(s) (Priority 200). No reconciliation rules were captured on the parent class; per Stage 1, ServiceNow Discovery application probes are authoritative for the active running version and port details. Child classes (Oracle, MS SQL) add engine-specific discovery and reconciliation.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