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CMDB-CSDM Delivery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0" i="0">
                <a:solidFill>
                  <a:srgbClr val="C9D6E6"/>
                </a:solidFill>
                <a:latin typeface="Segoe UI"/>
              </a:rPr>
              <a:t>Weekly Leadership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PI-2  ·  Iteration 2.3  (Jun 10 - 23)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Week of June 11, 2026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How to Read This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Baseline edition - week-over-week deltas begin next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Segoe UI"/>
              </a:rPr>
              <a:t>Three progress lenses, refreshed every week: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PI over PI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Are we delivering more value each Program Increment?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Iteration over Iteration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Is each 2-week sprint building on the last?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Week over Week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What concretely moved since the last report?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Status legend: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45720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On track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2920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29200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Progressing, with watch 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40680"/>
            <a:ext cx="100584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440680"/>
            <a:ext cx="54864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Blocked / needs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Iteration 2.3  (Jun 10 - 23)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02336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ON TRACK - WITH WATCH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Delivery is progressing across all 6 objectives. Three items need leadership attention: NowAssist resourcing, an SCCM approval gate, and the DNS dependency.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Segoe UI"/>
              </a:rPr>
              <a:t>Wins this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Data Certification UAT signed off by Sonika (6/10) - clear path to PROD on Jun 23.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93592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Service Mapping discovery breakthrough - credentials working; Linux servers, Oracle DBs, and listeners now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06824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Airlift dev admin access resolved (6/9) - migration stories unblocked.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0056"/>
            <a:ext cx="54864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Scrum Master transition complete - Manuel now leading CMDB ceremonies &amp; delivery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14600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Segoe UI"/>
              </a:rPr>
              <a:t>Needs leadership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!  NowAssist resourcing - Confirm replacement owner / approve reassignment.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93592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!  SCCM approval gate - Expedite approval to keep the story in-sprint.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06824"/>
            <a:ext cx="53035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!  Service Mapping DNS - Leadership support on the DNS / infra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PI-2 Objectives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Status explains itself  ·  Stories = moving / in-scope (provisional)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657600" cy="6583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2529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P0   Governed VMware-to-Azure Migration (Airlift)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1284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stories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4 moving  ·  0 stuck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On track - dev access resolved; 4 stories 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18872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22529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P1   Automate Discovery Coverage for Network Gear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3852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21284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stories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3 moving  ·  3 stuck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8036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At risk - 1 approval gate + 1 on-hold; ~6 stories not yet ID'd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188720"/>
            <a:ext cx="3657600" cy="65836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22529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P1   Establish CI Data Certification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93852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21284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stories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1 moving  ·  0 stuck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88036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On track - in UAT, signed off; PROD Jun 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4904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74904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8561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P2   Expand Service Mapping Foundation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9884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77316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stories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6 moving  ·  0 stuck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4068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On track - discovery scaling; DNS dependency still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374904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374904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78561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P2   Regulatory &amp; Security Integrations (Qualys/NERC/CCB)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49884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77316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stories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3 moving  ·  0 stuck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44068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Progressing - Qualys active; CCB/NERC-CIP not yet storied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374904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374904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3785616"/>
            <a:ext cx="3291840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P3   Embed NowAssist AI Across CMDB &amp; ITSM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498848"/>
            <a:ext cx="32918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6920" y="4773168"/>
            <a:ext cx="2286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stories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0 moving  ·  4 stuck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5440680"/>
            <a:ext cx="3291840" cy="56692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Blocked - 4 stories await owner reassignment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144768"/>
            <a:ext cx="11201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Story counts derived from team notes - PROVISIONAL, not ADO-validated. 'Completed' tracking begins at first PROD deploy (Jun 23).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PI over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Are we delivering more value each Program Increment?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PI-2  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May 13 - Aug 4, 2026</a:t>
            </a:r>
          </a:p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Iteration 2.3 of 6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6 objectives in flight; foundation laid + first PROD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PI-3  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0292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Aug 5 - Oct 27, 2026</a:t>
            </a:r>
          </a:p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Planning Jul 22 - Aug 4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NowAssist 5-phase rollout, Qualys Phase 2, CI Cert extended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Note: Only PI-2 has live data today. PI-over-PI comparison populates once PI-3 begins (planning during the PI-2 IP iteration).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Iteration over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Is each 2-week sprint building on the last?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657600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3832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2.1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May 13 - 26  · 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3657600" cy="3566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Foundation &amp; refinement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Airlift + CI auto-population stories shaped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72968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OOTB-first &amp; customization governance established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39896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Retro theme: credential blockers dominated the sprint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3657600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71600"/>
            <a:ext cx="33832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2.2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May 27 - Jun 9  ·  COMPLETED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039112"/>
            <a:ext cx="3657600" cy="3566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305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SCCM precedence &amp; unblocking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0604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SCCM locked as authoritative for 6 hardware attributes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72968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Service Mapping credentials resolved (6/9)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739896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Airlift dev admin access resolved (6/9)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306824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NowAssist activation stories created &amp; assigned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325880"/>
            <a:ext cx="3657600" cy="7132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371600"/>
            <a:ext cx="33832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2.3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Jun 10 - 23  ·  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039112"/>
            <a:ext cx="3657600" cy="35661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2130552"/>
            <a:ext cx="33832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Deploy &amp;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606040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Data Certification -&gt; PROD (Jun 23)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172968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Service Mapping subnet scans expanding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739896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Qualys read-only integration active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306824"/>
            <a:ext cx="3337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- NowAssist activation pending owner reassignment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Segoe UI"/>
              </a:rPr>
              <a:t>Metric note: Quantitative velocity (committed vs. accepted points) is not yet captured in sprint ceremonies. Establishing this metric is an active process-improvement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Week over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What concretely moved since the last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2E6DB4"/>
                </a:solidFill>
                <a:latin typeface="Segoe UI"/>
              </a:rPr>
              <a:t>Changes this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09728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Data Certification UAT signed off by Sonika (6/10) - clear path to PROD on Jun 23.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78608"/>
            <a:ext cx="109728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8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Service Mapping discovery breakthrough - credentials working; Linux servers, Oracle DBs, and listeners now visible.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28416"/>
            <a:ext cx="109728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82696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Airlift dev admin access resolved (6/9) - migration stories unblocked.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78224"/>
            <a:ext cx="109728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32504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Scrum Master transition complete - Manuel now leading CMDB ceremonies &amp; delivery tracking.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12080"/>
            <a:ext cx="10972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Note: First edition = baseline. From next week this slide shows what moved vs. the prior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Highest-Priority Objectives (P0 - P1)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Status and detail by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Airlift (P0)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1168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Pre/During/Post-Migration + CI auto-populate stories active. Dev access resolved 6/9.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0896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Data Certification (P1)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2044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Dashboard in UAT, signed off 6/10. PROD deployment Jun 23; Todd validates Jun 24-25.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66344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1772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Discovery / SCCM (P1)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2920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Hardware-attribute precedence approved. Timestamp story blocked on approval; gap analysis in 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Supporting Objectives (P2 - P3)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Status and detail by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Service Mapping (P2)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1168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Credentials resolved - discovery now finding infrastructure previously invisible. DNS dependency still open.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0896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Regulatory / Qualys (P2)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2044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Qualys read-only integration active (3 stories). CCB Jun 16, Audit Sync Jun 18. NERC-CIP in early engagement.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66344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17720"/>
            <a:ext cx="95097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NowAssist AI (P3)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29200"/>
            <a:ext cx="95097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4 OOB activation stories ready but assigned to a departing team member - reassignment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Key Milestones &amp; Upcoming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Iteration 2.3 critical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371600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371600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Data Certification UAT gate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93392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993392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993392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CMDB CCB Meeting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15184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615184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2615184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Backlog Refinement 2.3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36976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36976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236976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236976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CMDB Audit 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58768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58768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3858768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858768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PROD Change Request - Data Certification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480560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4480560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480560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Sprint 2.3 end + Data Certification PROD deployment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02352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02352"/>
            <a:ext cx="1645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Jun 24-25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5102352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5102352"/>
            <a:ext cx="90525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Todd validates Data Certification in PROD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Risks &amp; Leadership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Where we need help to stay on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4023360"/>
                <a:gridCol w="3749039"/>
              </a:tblGrid>
              <a:tr h="8412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Ask of Leadership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NowAssist resourcing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4 activation stories assigned to a team member rolling off the project.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Confirm replacement owner / approve reassignment.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SCCM approval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Timestamp-alignment story blocked pending customization approval.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Expedite approval to keep the story in-sprint.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Service Mapping DNS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Reverse-DNS issue limits full discovery coverage.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Leadership support on the DNS / infra dependency.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Code-freeze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Dev freeze Jun 27 - Jul 18; Test freeze Jul 18 - Aug 15 compresses PI-2 completion.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Awareness; sequence deployments around freezes.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Looking ahead to PI-3 and the IP iteration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PI-3 Planning during the IP iteration (Jul 22 - Aug 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NowAssist Phase 1+: Duplicate CI Elimination, NL CMDB Search.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Qualys Phase 2: two-way integration for data completeness.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CI Certification: extend program beyond Business Apps.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0916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Plan delivery around code freezes (Dev Jun 27-Jul 18, Test Jul 18-Aug 15).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Story-level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June 11,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097280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Segoe UI"/>
              </a:rPr>
              <a:t>Full traceability is maintained in the team's working notes:</a:t>
            </a:r>
          </a:p>
          <a:p>
            <a:pPr algn="l"/>
            <a:r>
              <a:rPr sz="8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Objectives -&gt; Features -&gt; Stories:  PI-2/pi2-objectives-features-stories.md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Activity by Iteration (2.1 / 2.2 / 2.3):  PI-2/pi2-iteration-activity.md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Program Backlog Review notes:  PI-2/Program-Backlog-Review/</a:t>
            </a:r>
          </a:p>
          <a:p>
            <a:pPr algn="l"/>
            <a:r>
              <a:rPr sz="8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100" b="0" i="1">
                <a:solidFill>
                  <a:srgbClr val="6B7280"/>
                </a:solidFill>
                <a:latin typeface="Segoe UI"/>
              </a:rPr>
              <a:t>This deck is regenerated weekly from build_status_deck.py.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