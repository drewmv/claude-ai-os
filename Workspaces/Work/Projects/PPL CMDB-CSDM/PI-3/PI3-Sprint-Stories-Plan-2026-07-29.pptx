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6908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PI-3 Sprint &amp; Story Plan  —  CMDB / 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14600"/>
            <a:ext cx="1060704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C9D6E6"/>
                </a:solidFill>
                <a:latin typeface="Segoe UI"/>
              </a:rPr>
              <a:t>6 Sprints · Features &amp; Stories · Aug 5 – Oct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4224528"/>
            <a:ext cx="1060704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4 objectives  ·  11 features  ·  ~40 stories  ·  6 sprints</a:t>
            </a:r>
          </a:p>
          <a:p>
            <a:pPr algn="l"/>
            <a:r>
              <a:rPr sz="1300" b="0" i="0">
                <a:solidFill>
                  <a:srgbClr val="C9D6E6"/>
                </a:solidFill>
                <a:latin typeface="Segoe UI"/>
              </a:rPr>
              <a:t>CMDB / CSDM team focus area  —  a subset of CO6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—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594360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7F8CA6"/>
                </a:solidFill>
                <a:latin typeface="Segoe UI"/>
              </a:rPr>
              <a:t>Stories: REFERENCE / DRAFT — ADO is authoritative. Story IDs filled in as items are created in 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PI-3 Program Board — Features Across 6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Segoe UI"/>
              </a:rPr>
              <a:t>11 features · color-coded by objective · click sprint tabs for story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PPL CMDB-CSDM  |  PI-3 Sprint &amp; Story Plan  |  ADO A-INFOPS\FY26\PI3  |  Jul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7830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17830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Sprint 3.1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5–18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783080" cy="694944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883664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Discovery Live — all device types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1516993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Aug 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1783080" cy="694944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642616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Silver-Tier Maps + ≥75% Inventory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1517650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Aug 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64992"/>
            <a:ext cx="1783080" cy="694944"/>
          </a:xfrm>
          <a:prstGeom prst="round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3401568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Activate SN→Qualys Sync (PROD)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1517065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Sep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39" y="1207008"/>
            <a:ext cx="17830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39" y="1243584"/>
            <a:ext cx="17830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Sprint 3.2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19–Sep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39" y="1847088"/>
            <a:ext cx="1783080" cy="694944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3" y="1883664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Certify Computers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1517029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Sep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39" y="2606040"/>
            <a:ext cx="1783080" cy="694944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2303" y="2642616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Certify Servers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1517032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Sep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207008"/>
            <a:ext cx="17830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1243584"/>
            <a:ext cx="17830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Sprint 3.3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2–15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1847088"/>
            <a:ext cx="1783080" cy="694944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6823" y="1883664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Mandatory Attribute Population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1517005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Sep 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2606040"/>
            <a:ext cx="1783080" cy="694944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6823" y="2642616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Gold-Tier Maps + Silver Validation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1517655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Sep 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1207008"/>
            <a:ext cx="17830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1243584"/>
            <a:ext cx="17830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Sprint 3.4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16–29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1847088"/>
            <a:ext cx="1783080" cy="694944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3" y="1883664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Certify Databases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1517037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Oct 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9" y="2606040"/>
            <a:ext cx="1783080" cy="694944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3" y="2642616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Certify Network Devices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1517040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Oct 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1207008"/>
            <a:ext cx="17830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1243584"/>
            <a:ext cx="17830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Sprint 3.5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30–Oct 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1847088"/>
            <a:ext cx="1783080" cy="694944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4" y="1883664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Coverage Reconciliation ≥90%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1356646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Oct 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2606040"/>
            <a:ext cx="1783080" cy="694944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55864" y="2642616"/>
            <a:ext cx="1673352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Remaining Silver + Svc→App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Segoe UI"/>
              </a:rPr>
              <a:t>ADO 1518000</a:t>
            </a:r>
          </a:p>
          <a:p>
            <a:pPr algn="l"/>
            <a:r>
              <a:rPr sz="700" b="1" i="0">
                <a:solidFill>
                  <a:srgbClr val="FFFFFF"/>
                </a:solidFill>
                <a:latin typeface="Segoe UI"/>
              </a:rPr>
              <a:t>CO6 Oct 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1207008"/>
            <a:ext cx="178308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1243584"/>
            <a:ext cx="17830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Sprint 3.6 IP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Oct 14–27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1847088"/>
            <a:ext cx="1783080" cy="6949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1847088"/>
            <a:ext cx="178308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Segoe UI"/>
              </a:rPr>
              <a:t>— none 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89904"/>
            <a:ext cx="1005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  <a:latin typeface="Segoe UI"/>
              </a:rPr>
              <a:t>Objective: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6117336"/>
            <a:ext cx="201168" cy="20116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10512" y="6089904"/>
            <a:ext cx="24688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Network Discovery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80" y="6117336"/>
            <a:ext cx="201168" cy="2011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6089904"/>
            <a:ext cx="24688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Service Maps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6117336"/>
            <a:ext cx="201168" cy="20116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96912" y="6089904"/>
            <a:ext cx="24688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Data Certification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80" y="6117336"/>
            <a:ext cx="201168" cy="2011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0111" y="6089904"/>
            <a:ext cx="24688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Qualys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Sprint 3.1  —  Aug 5 – Aug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Segoe UI"/>
              </a:rPr>
              <a:t>No CO6 gate — delivery enablement sprint  |  test code freeze Aug 5–15 (no PROD deploys)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PPL CMDB-CSDM  |  PI-3 Sprint &amp; Story Plan  |  ADO A-INFOPS\FY26\PI3  |  Jul 29,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61288"/>
          <a:ext cx="111556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49808"/>
                <a:gridCol w="7406640"/>
                <a:gridCol w="2340864"/>
              </a:tblGrid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Story / Enabler Description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1516993  ·  Automated Credentialed Discovery Live — All Network Device Types  ·  CO6 Aug 31  ·  Network Discovery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Configure SNMP/SSH credential records for all 6 device types (Routers, Switches, Firewalls, LBs, WAPs, Controllers)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Adjust discovery config + device config; re-parent 1402572, 1402574, 1459721 (SNMP/MID pilot) to this feature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1517650  ·  Silver-Tier Service Maps (App→Infra) + ≥75% Business-Service Inventory  ·  CO6 Aug 31  ·  Service Maps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Lock before PI: secure app-owner list, finalize Silver/Gold tier app lists, confirm discovery method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Tanzeel Rehman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Gather + Build committed Silver batch (app→infra, discovery-side; feasible under test freeze Aug 5–15)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Tanzeel / Vinay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1517065  ·  Activate ServiceNow → Qualys Attribute Sync (PROD)  ·  CO6 Sep 30  ·  Qualys Sync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Q-E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Confirm Qualys plug-in landed (1465952); re-scope 1428704 to SN→Qualys direction; rename parent feature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Q-1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Install Qualys plugin Dev/Test/Prod (1428703); design field-mapping &amp; sync schedule for owner, support group, SOX flag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1517029  ·  Certify Computers  [doc-only prep — build starts Sprint 3.2]  ·  CO6 Sep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CC-1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Document Computer certification process flow off 1480114 gap plan — doc-only; no PROD deploy during freeze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1517032  ·  Certify Servers  [doc-only prep — build starts Sprint 3.2]  ·  CO6 Sep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9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SV-1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Document Server certification process flow off 1480112 gap plan — doc-only; resolve `environment` Mandatory ruling (DEP-7)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Stories: REFERENCE / DRAFT — ADO is authoritative. Story IDs filled in as items are created in 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Sprint 3.2  —  Aug 19 – Sep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Segoe UI"/>
              </a:rPr>
              <a:t>CO6 gate Aug 31 — Automated Credentialed Discovery Live  +  Silver Service Maps  +  ≥75% Business-Service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PPL CMDB-CSDM  |  PI-3 Sprint &amp; Story Plan  |  ADO A-INFOPS\FY26\PI3  |  Jul 29,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61288"/>
          <a:ext cx="111556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49808"/>
                <a:gridCol w="7406640"/>
                <a:gridCol w="2340864"/>
              </a:tblGrid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Story / Enabler Description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1516993  ·  Automated Credentialed Discovery Live — All Network Device Types  ·  ✅ CO6 Aug 31  ·  Network Discovery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Deploy + validate discovery at scale across all 6 device types; zero failed authentications confirmed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Configure discovery schedules on defined intervals; confirm CMDB auto-updates each cycle with no manual intervention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1517650  ·  Silver-Tier Service Maps (App→Infra) + ≥75% Business-Service Inventory  ·  ✅ CO6 Aug 31  ·  Service Maps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Validate + Publish Silver batch; owner sign-off; inventory reconciliation to ≥75% business-service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Tanzeel / Vinay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1517065  ·  Activate ServiceNow → Qualys Attribute Sync (PROD)  ·  CO6 Sep 30  ·  Qualys Sync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Q-2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Build SN→Qualys config: field-mapping for CI owner, support group, SOX flag; transform maps; scheduled sync job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1517029  ·  Certify Computers — CMDB Data Certification  ·  CO6 Sep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CC-2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Build Computer certification policies/rules to PROD (post-freeze, on/after Aug 15); configure attestation rules + task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CC-3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Stand up Computer certification tracking dashboard (coverage %, outstanding gaps, live refresh)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Kiran Dhobale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1517032  ·  Certify Servers — CMDB Data Certification  ·  CO6 Sep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SV-2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Build Server certification policies/rules to PROD (resolve `environment` Mandatory ruling before build — DEP-7)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5559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SV-3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Stand up Server certification tracking dashboard (reconcile 3,917 vs 15,218 active count — DEP-5)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Kiran Dhobale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Stories: REFERENCE / DRAFT — ADO is authoritative. Story IDs filled in as items are created in 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Sprint 3.3  —  Sep 2 – Sep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Segoe UI"/>
              </a:rPr>
              <a:t>No CO6 gate this sprint — builds toward Sep 30  |  test freeze lifted; all PROD deployments now unblocked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PPL CMDB-CSDM  |  PI-3 Sprint &amp; Story Plan  |  ADO A-INFOPS\FY26\PI3  |  Jul 29,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61288"/>
          <a:ext cx="111556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49808"/>
                <a:gridCol w="7406640"/>
                <a:gridCol w="2340864"/>
              </a:tblGrid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Story / Enabler Description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1517005  ·  Mandatory Attribute Population via Discovery — Network Devices  ·  CO6 Sep 30  ·  Network Discovery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Define mandatory attribute set for Network Devices with governance (Josh Sterling / Adam Gross, CCB Network Class Manager)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Map discovery output → mandatory attributes per device type; remediate blank mandatory fields; validate none-blank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1517655  ·  Gold-Tier Service Maps (Service→App) + Silver Validation Pass  ·  CO6 Sep 30  ·  Service Maps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Build Gold-tier service maps (service→app layer) per app; owner-validated; teams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Tanzeel / Vinay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1517065  ·  Activate ServiceNow → Qualys Attribute Sync (PROD)  ·  CO6 Sep 30  ·  Qualys Sync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Q-3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End-to-end test of SN→Qualys sync in non-prod; all 3 fields sync correctly; zero manual handoffs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1517029  ·  Certify Computers — CMDB Data Certification  ·  CO6 Sep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CC-4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Run Computer certification cycle; monitor completeness on dashboard; drive to 90% coverage target; escalate non-responses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1517032  ·  Certify Servers — CMDB Data Certification  ·  CO6 Sep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SV-4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Run Server certification cycle; monitor completeness on dashboard; drive to 90% coverage target; escalate non-responses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557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1517037  ·  Certify Databases  [process doc starts 3.3; build in 3.4]  ·  CO6 Oct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5559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DB-1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Document Database certification process flow (resolve attribute-set discrepancy: slide vs. dashboard — CP-3 blocker — DEP-3)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Stories: REFERENCE / DRAFT — ADO is authoritative. Story IDs filled in as items are created in 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Sprint 3.4  —  Sep 16 – Sep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Segoe UI"/>
              </a:rPr>
              <a:t>CO6 gate Sep 30 — Qualys Sync PROD  ·  Certify Computers  ·  Certify Servers  ·  Gold Service Maps + Silver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PPL CMDB-CSDM  |  PI-3 Sprint &amp; Story Plan  |  ADO A-INFOPS\FY26\PI3  |  Jul 29,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61288"/>
          <a:ext cx="111556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49808"/>
                <a:gridCol w="7406640"/>
                <a:gridCol w="2340864"/>
              </a:tblGrid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Story / Enabler Description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5052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1517037  ·  Certify Databases — CMDB Data Certification  ·  CO6 Oct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DB-2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Build Database certification policies/rules to PROD (scoped to reconciled active DB instance count)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DB-3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Stand up Database certification tracking dashboard (watch Oracle/KY visibility gap — DEP-4)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Kiran Dhobale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1517040  ·  Certify Network Devices — CMDB Data Certification  ·  CO6 Oct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NW-1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⚠ Net-new audit spike: define Network Device audit scope + gap baseline (no prior spike exists for this class)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NW-2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Document Network Device certification process flow (after NW-1; depends on Obj 4 mandatory attributes)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5052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1517029  ·  Certify Computers — final: training  ·  ✅ CO6 Sep 30 done by Sep 29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CC-5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Deliver Computer certification training to CI owners; office hours; quick-reference job aid — CO6 training artifact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Joe Dames / 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5052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1517032  ·  Certify Servers — final: training  ·  ✅ CO6 Sep 30 done by Sep 29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SV-5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Deliver Server certification training to CI owners; office hours; quick-reference job aid — CO6 training artifact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Joe Dames / 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5052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1517655  ·  Gold-Tier Maps + Silver Validation Pass — final  ·  ✅ CO6 Sep 30 done by Sep 29  ·  Service Maps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Gold-tier owner sign-off + Silver re-validation pass; 15 Silver + Gold complete; teams enabled — CO6 Sep 30 gate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Tanzeel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5052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1517065  ·  SN → Qualys Attribute Sync — final: PROD cutover  ·  ✅ CO6 Sep 30 done by Sep 29  ·  Qualys Sync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Q-4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PROD cutover + go-live validation; confirm sync active on schedule, all 3 fields, zero manual handoffs — CO6 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Stories: REFERENCE / DRAFT — ADO is authoritative. Story IDs filled in as items are created in 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Sprint 3.5  —  Sep 30 – Oct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Segoe UI"/>
              </a:rPr>
              <a:t>No new CO6 gate this sprint — builds toward Oct 30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PPL CMDB-CSDM  |  PI-3 Sprint &amp; Story Plan  |  ADO A-INFOPS\FY26\PI3  |  Jul 29,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61288"/>
          <a:ext cx="111556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49808"/>
                <a:gridCol w="7406640"/>
                <a:gridCol w="2340864"/>
              </a:tblGrid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Story / Enabler Description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04446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1356646  ·  Network Inventory Coverage Reconciliation &amp; Owner Validation (≥90%)  ·  CO6 Oct 30  ·  Network Discovery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Gap analysis: discovered network inventory vs. authoritative business-owner device list; quantify shortfall per type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Close coverage gaps (credential remediation / subnet scope expansion); build ≥90% coverage metric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4446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1518000  ·  Remaining Contractor-Managed Silver Maps + All-Silver Service→App Layer  ·  CO6 Oct 30  ·  Service Maps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Complete remaining Contractor-managed Silver apps (app→infra layer); owner-validated per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Vinay / Tanzeel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Build service→app layer for all Silver-tier apps; owner-validated; teams enabled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Tanzeel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04446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1517037  ·  Certify Databases — CMDB Data Certification  ·  CO6 Oct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DB-4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Run Database certification cycle; monitor completeness; drive to 90% target; escalate non-responses per process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04446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1517040  ·  Certify Network Devices — CMDB Data Certification  ·  CO6 Oct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NW-3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Build Network Device certification policies to PROD (depends on Obj 4 mandatory attributes populated — Sep 30 prerequisite)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NW-4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45CAD"/>
                          </a:solidFill>
                          <a:latin typeface="Segoe UI"/>
                        </a:rPr>
                        <a:t>Enabler</a:t>
                      </a:r>
                    </a:p>
                  </a:txBody>
                  <a:tcPr anchor="ctr">
                    <a:solidFill>
                      <a:srgbClr val="E3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Stand up Network Device certification tracking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Kiran Dhobale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444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NW-5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Run Network Device certification cycle; monitor completeness on dashboard; drive to 90% target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Bhushan Salsekar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Stories: REFERENCE / DRAFT — ADO is authoritative. Story IDs filled in as items are created in 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Sprint 3.6 IP  —  Oct 14 – Oct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Segoe UI"/>
              </a:rPr>
              <a:t>CO6 gate Oct 30 — Certify Databases  ·  Certify Network Devices  ·  Coverage ≥90%  ·  Remaining Silver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PPL CMDB-CSDM  |  PI-3 Sprint &amp; Story Plan  |  ADO A-INFOPS\FY26\PI3  |  Jul 29,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61288"/>
          <a:ext cx="111556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49808"/>
                <a:gridCol w="7406640"/>
                <a:gridCol w="2340864"/>
              </a:tblGrid>
              <a:tr h="5842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Story / Enabler Description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842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1517037  ·  Certify Databases — final: training + sign-off  ·  ✅ CO6 Oct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842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DB-5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Deliver Database certification training to CI owners; training artifact satisfies CO6 Oct 30 Databases gate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Joe Dames / 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842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1517040  ·  Certify Network Devices — final: training + sign-off  ·  ✅ CO6 Oct 30  ·  Data Certification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842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NW-6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Deliver Network Device certification training to CI owners; training artifact satisfies CO6 Oct 30 Network Devices gate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Joe Dames / 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842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1356646  ·  Network Inventory Coverage Reconciliation — final: owner sign-off  ·  ✅ CO6 Oct 30  ·  Network Discovery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842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ND-9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Business-owner validation + sign-off confirming ≥90% network device coverage against authoritative inventory — CO6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 Tomberg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842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</a:rPr>
                        <a:t>ADO 1518000  ·  Remaining Silver + All-Silver Service→App Layer — final: sign-off  ·  ✅ CO6 Oct 30  ·  Service Maps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842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SM-7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1B6B2E"/>
                          </a:solidFill>
                          <a:latin typeface="Segoe UI"/>
                        </a:rPr>
                        <a:t>Story</a:t>
                      </a:r>
                    </a:p>
                  </a:txBody>
                  <a:tcPr anchor="ctr">
                    <a:solidFill>
                      <a:srgbClr val="E8F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Owner validation sign-off for remaining Contractor-managed Silver + service→app layer for all Silver — CO6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Tanzeel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Stories: REFERENCE / DRAFT — ADO is authoritative. Story IDs filled in as items are created in 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